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6f4e1cb-ef15-a23e-8bcc-860e37d77b21}">
          <p14:sldIdLst>
            <p14:sldId id="256"/>
          </p14:sldIdLst>
        </p14:section>
        <p14:section name="Problem and solution" id="{61868f91-5739-a4f2-ff10-e4d1577ec654}">
          <p14:sldIdLst>
            <p14:sldId id="257"/>
            <p14:sldId id="258"/>
            <p14:sldId id="259"/>
          </p14:sldIdLst>
        </p14:section>
        <p14:section name="How it works" id="{69dbd085-b52a-a617-c83a-80a0075f39d7}">
          <p14:sldIdLst>
            <p14:sldId id="260"/>
            <p14:sldId id="261"/>
          </p14:sldIdLst>
        </p14:section>
        <p14:section name="Demos" id="{aff05071-e84e-aa3e-a03f-574a0a605762}">
          <p14:sldIdLst>
            <p14:sldId id="262"/>
            <p14:sldId id="263"/>
            <p14:sldId id="264"/>
          </p14:sldIdLst>
        </p14:section>
        <p14:section name="Evidence" id="{6be4a5c9-492c-4025-fc8d-0cdff783e372}">
          <p14:sldIdLst>
            <p14:sldId id="265"/>
            <p14:sldId id="266"/>
            <p14:sldId id="269"/>
          </p14:sldIdLst>
        </p14:section>
        <p14:section name="Trust" id="{458a04cd-67c6-f6e5-84b7-0679bb47cfaf}">
          <p14:sldIdLst>
            <p14:sldId id="267"/>
            <p14:sldId id="268"/>
          </p14:sldIdLst>
        </p14:section>
        <p14:section name="Close" id="{8293cb55-422a-7041-0275-e1abe60fadee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2F5F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2F5F8"/>
                </a:solidFill>
                <a:latin typeface="+mn-lt"/>
              </a:rPr>
              <a:t>Estimated tokens (characters / 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tokens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2F5F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B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Deep package</c:v>
                  </c:pt>
                  <c:pt idx="1">
                    <c:v>Whole-repo paste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15145</c:v>
                </c:pt>
                <c:pt idx="1">
                  <c:v>454230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2F5F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3B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00"/>
          <c:min val="0"/>
        </c:scaling>
        <c:delete val="0"/>
        <c:axPos val="b"/>
        <c:majorGridlines>
          <c:spPr>
            <a:ln w="6350" cap="flat">
              <a:solidFill>
                <a:srgbClr val="2F4A6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FA3B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Compass coaches how engineers use AI, privately, and gives managers only aggregated, suppressed insights. Everything in this deck runs on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dora.dev and cloud.google.com DORA 2024 announcement; metr.org July 2025 study. Full list in docs/research/evidence.md.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product in one line. Every engineer is pointed to the approved tool, gets a complete prompt package, and only gets a pass when there is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physically separate stores. The aggregator opens signals.db read-only and never touches private.db. The project folder is read-only; fixes are verified on temporary copies. Nothing leaves the laptop unless the user copies it, or enables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the demo sample 'Catch a missing API requirement'. Show the source link on the correlation-id fact, then jump to the result: three failed criteria, each with a next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LOGIN-7 defect. Import fixes/fix-no-repro.diff, verify: Not accepted, no reproduction evidence. Import fixes/fix-with-repro.diff: Accepted with evidence. The project folder is never modified.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instructions live in docs/handoff/. None of the assistants needs MCP servers or API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7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47548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07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4754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Compass  |  Right tool. Sharp prompt. Proven result.  |  synthetic data only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Right tool. Sharp prompt. Proven result.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Private GenAI coaching that guides every engineer the right way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Engineering Enablement Coach  |  Hackathon submission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Synthetic data only. Runs on a laptop. No API keys.</a:t>
            </a:r>
            <a:endParaRPr lang="en-US" sz="1600" dirty="0"/>
          </a:p>
        </p:txBody>
      </p:sp>
      <p:pic>
        <p:nvPicPr>
          <p:cNvPr id="4" name="Image 0" descr="/tmp/claude-0/-home-claude-compass-ai-coach/3958fdaf-6357-5283-9722-e914f4fad239/scratchpad/deck/img/ai-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6858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adoption is up; delivery outcomes are not</a:t>
            </a:r>
            <a:endParaRPr lang="en-US" sz="2800" dirty="0"/>
          </a:p>
        </p:txBody>
      </p:sp>
      <p:sp>
        <p:nvSpPr>
          <p:cNvPr id="3" name="stat-0"/>
          <p:cNvSpPr/>
          <p:nvPr/>
        </p:nvSpPr>
        <p:spPr>
          <a:xfrm>
            <a:off x="45720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-7.2%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change in delivery stability for each 25% increase in AI adoption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DORA 2024</a:t>
            </a:r>
            <a:endParaRPr lang="en-US" sz="1000" dirty="0"/>
          </a:p>
        </p:txBody>
      </p:sp>
      <p:sp>
        <p:nvSpPr>
          <p:cNvPr id="7" name="stat-1"/>
          <p:cNvSpPr/>
          <p:nvPr/>
        </p:nvSpPr>
        <p:spPr>
          <a:xfrm>
            <a:off x="329184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longer task time for experienced open-source developers using AI tools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METR, July 2025 (16 developers, 246 tasks)</a:t>
            </a:r>
            <a:endParaRPr lang="en-US" sz="1000" dirty="0"/>
          </a:p>
        </p:txBody>
      </p:sp>
      <p:sp>
        <p:nvSpPr>
          <p:cNvPr id="11" name="stat-2"/>
          <p:cNvSpPr/>
          <p:nvPr/>
        </p:nvSpPr>
        <p:spPr>
          <a:xfrm>
            <a:off x="612648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developers report little or no trust in AI-generated code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DORA 2024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0" descr="/tmp/claude-0/-home-claude-compass-ai-coach/3958fdaf-6357-5283-9722-e914f4fad239/scratchpad/deck/img/chart-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3879799"/>
            <a:ext cx="241402" cy="24140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71600" y="36118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Usage dashboards count seats and prompts.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They can't tell an engineer what to change next, and they tempt managers to rank people.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Compass guides every engineer the right way</a:t>
            </a:r>
            <a:endParaRPr lang="en-US" sz="2800" dirty="0"/>
          </a:p>
        </p:txBody>
      </p:sp>
      <p:pic>
        <p:nvPicPr>
          <p:cNvPr id="3" name="Image 0" descr="/tmp/claude-0/-home-claude-compass-ai-coach/3958fdaf-6357-5283-9722-e914f4fad239/scratchpad/deck/img/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987552"/>
            <a:ext cx="5669280" cy="2204720"/>
          </a:xfrm>
          <a:prstGeom prst="rect">
            <a:avLst/>
          </a:prstGeom>
        </p:spPr>
      </p:pic>
      <p:sp>
        <p:nvSpPr>
          <p:cNvPr id="4" name="beat-0"/>
          <p:cNvSpPr/>
          <p:nvPr/>
        </p:nvSpPr>
        <p:spPr>
          <a:xfrm>
            <a:off x="45720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Approval and data rules first, then fit: Copilot, Claude Code, Devin, or no AI at all.</a:t>
            </a:r>
            <a:endParaRPr lang="en-US" sz="1200" dirty="0"/>
          </a:p>
        </p:txBody>
      </p:sp>
      <p:sp>
        <p:nvSpPr>
          <p:cNvPr id="7" name="beat-1"/>
          <p:cNvSpPr/>
          <p:nvPr/>
        </p:nvSpPr>
        <p:spPr>
          <a:xfrm>
            <a:off x="329184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47472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 prompt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reviewed work package: confirmed facts, up to 3 answers, decisive files in full.</a:t>
            </a:r>
            <a:endParaRPr lang="en-US" sz="1200" dirty="0"/>
          </a:p>
        </p:txBody>
      </p:sp>
      <p:sp>
        <p:nvSpPr>
          <p:cNvPr id="10" name="beat-2"/>
          <p:cNvSpPr/>
          <p:nvPr/>
        </p:nvSpPr>
        <p:spPr>
          <a:xfrm>
            <a:off x="612648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0936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result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Tests, scans and reproduction evidence. A missing check is never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Compass coaches how AI is used, not how much</a:t>
            </a:r>
            <a:endParaRPr lang="en-US" sz="2800" dirty="0"/>
          </a:p>
        </p:txBody>
      </p:sp>
      <p:sp>
        <p:nvSpPr>
          <p:cNvPr id="3" name="pillar-0"/>
          <p:cNvSpPr/>
          <p:nvPr/>
        </p:nvSpPr>
        <p:spPr>
          <a:xfrm>
            <a:off x="45720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tmp/claude-0/-home-claude-compass-ai-coach/3958fdaf-6357-5283-9722-e914f4fad239/scratchpad/deck/img/person-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16152"/>
            <a:ext cx="658368" cy="6583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(private)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Next best actions: observation, action, why, outcome to watch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Tailored to role, stack and project complexity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Dismiss and feedback stay private</a:t>
            </a:r>
            <a:endParaRPr lang="en-US" sz="1200" dirty="0"/>
          </a:p>
        </p:txBody>
      </p:sp>
      <p:sp>
        <p:nvSpPr>
          <p:cNvPr id="7" name="pillar-1"/>
          <p:cNvSpPr/>
          <p:nvPr/>
        </p:nvSpPr>
        <p:spPr>
          <a:xfrm>
            <a:off x="329184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tmp/claude-0/-home-claude-compass-ai-coach/3958fdaf-6357-5283-9722-e914f4fad239/scratchpad/deck/img/person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216152"/>
            <a:ext cx="658368" cy="6583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2044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 and leader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52044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Gaps shared by at least 5 engineers, with an enablement action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Suppression plus differencing protection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path to any individual</a:t>
            </a:r>
            <a:endParaRPr lang="en-US" sz="1200" dirty="0"/>
          </a:p>
        </p:txBody>
      </p:sp>
      <p:sp>
        <p:nvSpPr>
          <p:cNvPr id="11" name="pillar-2"/>
          <p:cNvSpPr/>
          <p:nvPr/>
        </p:nvSpPr>
        <p:spPr>
          <a:xfrm>
            <a:off x="612648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2" descr="/tmp/claude-0/-home-claude-compass-ai-coach/3958fdaf-6357-5283-9722-e914f4fad239/scratchpad/deck/img/person-coa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216152"/>
            <a:ext cx="658368" cy="6583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5508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coach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35508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Goal, facts, questions, tool, package, evidence, lesson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Feature or API, UAT defect, meaningful tests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Works with Copilot, Claude Code and Devin as they are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 scoring, ranking or labeling of people. Python standard library only. Works offline.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87552"/>
            <a:ext cx="6629400" cy="3675888"/>
          </a:xfrm>
          <a:prstGeom prst="roundRect">
            <a:avLst>
              <a:gd name="adj" fmla="val 1493"/>
            </a:avLst>
          </a:prstGeom>
          <a:solidFill>
            <a:schemeClr val="bg2"/>
          </a:solidFill>
          <a:ln w="12700">
            <a:solidFill>
              <a:srgbClr val="2F4A6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332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Engineer laptop, bound to 127.0.0.1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INPUTS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" y="155448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Synthetic signals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(usage + PR/CI metadata)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221284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Project folder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(read-only)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" y="287121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Story, defect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or Jira key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731520" cy="868680"/>
          </a:xfrm>
          <a:prstGeom prst="can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94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signals.db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read-only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371600" y="3611880"/>
            <a:ext cx="731520" cy="868680"/>
          </a:xfrm>
          <a:prstGeom prst="can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794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private.db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engineer only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12801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SERVICES (compass/)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3160" y="1554480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78024" y="1554480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Recommendation engine: rules + persona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3160" y="2157984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8024" y="2157984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Aggregator: k = 5, no ids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23160" y="2761488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8024" y="2761488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Workflow coach: facts, 3 questions, tool policy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23160" y="3364992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478024" y="3364992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Context budgeter + package: redaction, fencing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3160" y="3968496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478024" y="3968496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Evidence + safe runner: no shell, approvals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12801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VIEWS (web/)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1554480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29784" y="1554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Engineer view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(private)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74920" y="2313432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29784" y="2313432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Manager and leader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(aggregated)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74920" y="3072384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29784" y="30723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Enablement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(eval, audit)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74920" y="3831336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29784" y="3831336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Workflow coach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(7 steps)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103120" y="1828800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103120" y="2487168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103120" y="3145536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754880" y="1828800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54880" y="2432304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754880" y="3035808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754880" y="3639312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754880" y="4242816"/>
            <a:ext cx="32004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7223760" y="1280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OUTSIDE THE LAPTOP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223760" y="1554480"/>
            <a:ext cx="1554480" cy="868680"/>
          </a:xfrm>
          <a:prstGeom prst="roundRect">
            <a:avLst>
              <a:gd name="adj" fmla="val 5263"/>
            </a:avLst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278624" y="155448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Jira (optional)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read-only GET,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token never stored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>
            <a:off x="7040880" y="1984248"/>
            <a:ext cx="18288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72237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→ user copies the reviewed package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223760" y="3063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2"/>
                </a:solidFill>
              </a:rPr>
              <a:t>← diffs and reports imported as evidence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23760" y="3520440"/>
            <a:ext cx="1554480" cy="960120"/>
          </a:xfrm>
          <a:prstGeom prst="roundRect">
            <a:avLst>
              <a:gd name="adj" fmla="val 4762"/>
            </a:avLst>
          </a:prstGeom>
          <a:solidFill>
            <a:schemeClr val="tx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278624" y="3520440"/>
            <a:ext cx="1444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Copilot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Claude Code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Devin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858000" y="3931920"/>
            <a:ext cx="365760" cy="914"/>
          </a:xfrm>
          <a:prstGeom prst="line">
            <a:avLst/>
          </a:prstGeom>
          <a:noFill/>
          <a:ln w="19050">
            <a:solidFill>
              <a:srgbClr val="7FD8CF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>
            <a:off x="6858000" y="4206240"/>
            <a:ext cx="365760" cy="914"/>
          </a:xfrm>
          <a:prstGeom prst="line">
            <a:avLst/>
          </a:prstGeom>
          <a:noFill/>
          <a:ln w="19050">
            <a:solidFill>
              <a:srgbClr val="F2B544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journey: seven steps, at most three questions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68680" y="1353312"/>
            <a:ext cx="7406640" cy="0"/>
          </a:xfrm>
          <a:prstGeom prst="line">
            <a:avLst/>
          </a:prstGeom>
          <a:noFill/>
          <a:ln w="25400">
            <a:solidFill>
              <a:srgbClr val="2F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264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Story, defect or Jira key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0136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0136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Detected, inferred, confirmed or unknown, with file:line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9008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9008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Questions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Up to 3, each says why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880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7880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Tool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Policy first, then fit; "no AI" allowed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6752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6752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Package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Lean 4k, Balanced 8k, Deep 16k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5624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5624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Evidence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 checks, approved runs, imports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44968" y="1097280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4496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Result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45236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Verdict per criterion, next action, lesson</a:t>
            </a:r>
            <a:endParaRPr lang="en-US" sz="1000" dirty="0"/>
          </a:p>
        </p:txBody>
      </p:sp>
      <p:sp>
        <p:nvSpPr>
          <p:cNvPr id="32" name="wf-0"/>
          <p:cNvSpPr/>
          <p:nvPr/>
        </p:nvSpPr>
        <p:spPr>
          <a:xfrm>
            <a:off x="45720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0" descr="/tmp/claude-0/-home-claude-compass-ai-coach/3958fdaf-6357-5283-9722-e914f4fad239/scratchpad/deck/img/route-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12" y="3254532"/>
            <a:ext cx="184343" cy="184343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5156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Feature or API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Catches missing requirements against your API standard</a:t>
            </a:r>
            <a:endParaRPr lang="en-US" sz="1100" dirty="0"/>
          </a:p>
        </p:txBody>
      </p:sp>
      <p:sp>
        <p:nvSpPr>
          <p:cNvPr id="37" name="wf-1"/>
          <p:cNvSpPr/>
          <p:nvPr/>
        </p:nvSpPr>
        <p:spPr>
          <a:xfrm>
            <a:off x="256032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269748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Image 1" descr="/tmp/claude-0/-home-claude-compass-ai-coach/3958fdaf-6357-5283-9722-e914f4fad239/scratchpad/deck/img/bug-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332" y="3254532"/>
            <a:ext cx="184343" cy="1843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315468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UAT defect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269748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fix is accepted without a reproduction test</a:t>
            </a:r>
            <a:endParaRPr lang="en-US" sz="1100" dirty="0"/>
          </a:p>
        </p:txBody>
      </p:sp>
      <p:sp>
        <p:nvSpPr>
          <p:cNvPr id="42" name="wf-2"/>
          <p:cNvSpPr/>
          <p:nvPr/>
        </p:nvSpPr>
        <p:spPr>
          <a:xfrm>
            <a:off x="466344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48006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4" name="Image 2" descr="/tmp/claude-0/-home-claude-compass-ai-coach/3958fdaf-6357-5283-9722-e914f4fad239/scratchpad/deck/img/vial-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452" y="3254532"/>
            <a:ext cx="184343" cy="184343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525780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Meaningful tests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80060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Proves tests fail when the behavior is broken</a:t>
            </a:r>
            <a:endParaRPr lang="en-US" sz="1100" dirty="0"/>
          </a:p>
        </p:txBody>
      </p:sp>
      <p:sp>
        <p:nvSpPr>
          <p:cNvPr id="47" name="wf-3"/>
          <p:cNvSpPr/>
          <p:nvPr/>
        </p:nvSpPr>
        <p:spPr>
          <a:xfrm>
            <a:off x="676656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903720" y="31546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9" name="Image 3" descr="/tmp/claude-0/-home-claude-compass-ai-coach/3958fdaf-6357-5283-9722-e914f4fad239/scratchpad/deck/img/shield-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3572" y="3254532"/>
            <a:ext cx="184343" cy="184343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736092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Shared security stage</a:t>
            </a:r>
            <a:endParaRPr lang="en-US" sz="1200" dirty="0"/>
          </a:p>
        </p:txBody>
      </p:sp>
      <p:sp>
        <p:nvSpPr>
          <p:cNvPr id="51" name="Text 45"/>
          <p:cNvSpPr txBox="1"/>
          <p:nvPr/>
        </p:nvSpPr>
        <p:spPr>
          <a:xfrm>
            <a:off x="690372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Secrets, risky patterns, ASVS chapter references</a:t>
            </a:r>
            <a:endParaRPr lang="en-US" sz="1100" dirty="0"/>
          </a:p>
        </p:txBody>
      </p:sp>
      <p:sp>
        <p:nvSpPr>
          <p:cNvPr id="52" name="Text 46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Planned, not shown as working: PR review, docs and onboarding, release and config.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1: a missing API requirement, caught early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Story ORD-12: add an endpoint to cancel an order.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Compass finds the project's API standard and asks whether the operation needs X-Correlation-Id (standards/api-standard.md:10).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 also asks who may call it and which errors it returns.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built-in OpenAPI check reports 1 passed, 3 failed, 1 not checked.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3794760"/>
            <a:ext cx="16459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accepted yet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1605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Agents fill missing requirements with guesses; those guesses are what fail review.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78808" y="1069848"/>
            <a:ext cx="4535424" cy="3041904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api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987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2: no reproduction, no acceptance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18288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Fix without a test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663440" y="1024128"/>
            <a:ext cx="237744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66344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Fix with a regression test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389888"/>
            <a:ext cx="4078224" cy="2784161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def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023360" cy="27292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36008" y="1389888"/>
            <a:ext cx="4078224" cy="2313592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tmp/claude-0/-home-claude-compass-ai-coach/3958fdaf-6357-5283-9722-e914f4fad239/scratchpad/deck/img/def7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17320"/>
            <a:ext cx="4023360" cy="22587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794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Both fixes make the suite pass. Only the second proves the defect was reproduced: its test fails before the fix and passes after, checked on temporary copies.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3: tests that actually detect a seeded defect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Synthetic defect SD-1 seeded at login_service/auth.py:35.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approval, Compass runs the tests on a temporary copy: one test fails because of the defect.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Tests that pass on broken code (existence or type checks only) are flagged.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built-in secrets check finds the synthetic credential in settings.ini.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3794760"/>
            <a:ext cx="24688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Defect detected, suite flagged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160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test that passes on broken code proves nothing.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78808" y="1069848"/>
            <a:ext cx="4535424" cy="2570266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test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5154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Right-sized context, nothing silently dropped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~3.3%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Deep package vs pasting the whole 386-file repository: 15,145 vs 454,230 estimated tokens.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Lean ~4k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4592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4592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Balanced ~8k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3464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Deep ~16k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Lean and Balanced report an overflow for that task instead of dropping a file the task names.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206240" y="1051560"/>
          <a:ext cx="4480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Estimates, not Copilot, Claude or Devin billing. On the tiny fixtures the package is slightly larger than the project (3,716 vs 2,977) because it adds goal, facts, questions and criteria.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evidence: a missing tool is never a pass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passed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check ran and found nothing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failed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Finding with file:line and the next step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checked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Tool missing or not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788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blocked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 malformed or run refused</a:t>
            </a:r>
            <a:endParaRPr lang="en-US" sz="1200" dirty="0"/>
          </a:p>
        </p:txBody>
      </p:sp>
      <p:sp>
        <p:nvSpPr>
          <p:cNvPr id="15" name="scanners"/>
          <p:cNvSpPr/>
          <p:nvPr/>
        </p:nvSpPr>
        <p:spPr>
          <a:xfrm>
            <a:off x="457200" y="3429000"/>
            <a:ext cx="34747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3520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Real scanners verified through the approval flow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gitleaks 8.30.1, Semgrep 1.181.0 (metrics off, local rules), Spectral 6.17.0, plus JUnit and unittest reports.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78808" y="1069848"/>
            <a:ext cx="4535424" cy="2753681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0" descr="/tmp/claude-0/-home-claude-compass-ai-coach/3958fdaf-6357-5283-9722-e914f4fad239/scratchpad/deck/img/test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698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is designed in, not configured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/tmp/claude-0/-home-claude-compass-ai-coach/3958fdaf-6357-5283-9722-e914f4fad239/scratchpad/deck/img/db-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17" y="1211397"/>
            <a:ext cx="210678" cy="2106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051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separate stores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signals.db for aggregation (read-only); private.db for the engineer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81051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1" descr="/tmp/claude-0/-home-claude-compass-ai-coach/3958fdaf-6357-5283-9722-e914f4fad239/scratchpad/deck/img/users-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17" y="1924629"/>
            <a:ext cx="210678" cy="21067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17647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 = 5 suppression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20391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Teams under 5 show nothing; differencing blocked in totals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523744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/tmp/claude-0/-home-claude-compass-ai-coach/3958fdaf-6357-5283-9722-e914f4fad239/scratchpad/deck/img/ban-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2637861"/>
            <a:ext cx="210678" cy="21067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4780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 ranking, anywhere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27523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compliance check fails the build if scores or rankings appear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3697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/tmp/claude-0/-home-claude-compass-ai-coach/3958fdaf-6357-5283-9722-e914f4fad239/scratchpad/deck/img/eye-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335109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51560" y="319125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Private by default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05156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Dismiss, feedback and history: engineer-only, deletable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57200" y="395020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4" descr="/tmp/claude-0/-home-claude-compass-ai-coach/3958fdaf-6357-5283-9722-e914f4fad239/scratchpad/deck/img/filter-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317" y="4064325"/>
            <a:ext cx="210678" cy="21067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51560" y="39044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Data minimization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051560" y="41788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Metadata only: no code, prompt text or free text stored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636008" y="1161288"/>
            <a:ext cx="4078224" cy="1677187"/>
          </a:xfrm>
          <a:prstGeom prst="rect">
            <a:avLst/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5" descr="/tmp/claude-0/-home-claude-compass-ai-coach/3958fdaf-6357-5283-9722-e914f4fad239/scratchpad/deck/img/sup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023360" cy="1622323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66344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manager of a team below the threshold sees no data at all.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guardrails for running on real projects</a:t>
            </a:r>
            <a:endParaRPr lang="en-US" sz="2800" dirty="0"/>
          </a:p>
        </p:txBody>
      </p:sp>
      <p:sp>
        <p:nvSpPr>
          <p:cNvPr id="3" name="sec-0"/>
          <p:cNvSpPr/>
          <p:nvPr/>
        </p:nvSpPr>
        <p:spPr>
          <a:xfrm>
            <a:off x="457200" y="1051560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claude-compass-ai-coach/3958fdaf-6357-5283-9722-e914f4fad239/scratchpad/deck/img/terminal-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41091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170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 shell, ever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463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Named command templates, validated arguments, minimal environment, timeouts</a:t>
            </a:r>
            <a:endParaRPr lang="en-US" sz="1100" dirty="0"/>
          </a:p>
        </p:txBody>
      </p:sp>
      <p:sp>
        <p:nvSpPr>
          <p:cNvPr id="8" name="sec-1"/>
          <p:cNvSpPr/>
          <p:nvPr/>
        </p:nvSpPr>
        <p:spPr>
          <a:xfrm>
            <a:off x="4663440" y="1051560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/tmp/claude-0/-home-claude-compass-ai-coach/3958fdaf-6357-5283-9722-e914f4fad239/scratchpad/deck/img/fingerprint-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079" y="141091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170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Pinned, approved scanners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532120" y="1463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Approved once and pinned by SHA-256; a changed binary is refused</a:t>
            </a:r>
            <a:endParaRPr lang="en-US" sz="1100" dirty="0"/>
          </a:p>
        </p:txBody>
      </p:sp>
      <p:sp>
        <p:nvSpPr>
          <p:cNvPr id="13" name="sec-2"/>
          <p:cNvSpPr/>
          <p:nvPr/>
        </p:nvSpPr>
        <p:spPr>
          <a:xfrm>
            <a:off x="457200" y="2212848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/tmp/claude-0/-home-claude-compass-ai-coach/3958fdaf-6357-5283-9722-e914f4fad239/scratchpad/deck/img/folder-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2572207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331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Read-only project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325880" y="2624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Allowed folders only; no traversal, symlinks or credential files</a:t>
            </a:r>
            <a:endParaRPr lang="en-US" sz="1100" dirty="0"/>
          </a:p>
        </p:txBody>
      </p:sp>
      <p:sp>
        <p:nvSpPr>
          <p:cNvPr id="18" name="sec-3"/>
          <p:cNvSpPr/>
          <p:nvPr/>
        </p:nvSpPr>
        <p:spPr>
          <a:xfrm>
            <a:off x="4663440" y="2212848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/tmp/claude-0/-home-claude-compass-ai-coach/3958fdaf-6357-5283-9722-e914f4fad239/scratchpad/deck/img/shield-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079" y="257220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331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Untrusted text stays data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2624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Prompt-injection phrases flagged and fenced; secrets redacted on export</a:t>
            </a:r>
            <a:endParaRPr lang="en-US" sz="1100" dirty="0"/>
          </a:p>
        </p:txBody>
      </p:sp>
      <p:sp>
        <p:nvSpPr>
          <p:cNvPr id="23" name="sec-4"/>
          <p:cNvSpPr/>
          <p:nvPr/>
        </p:nvSpPr>
        <p:spPr>
          <a:xfrm>
            <a:off x="457200" y="3374136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0080" y="36027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/tmp/claude-0/-home-claude-compass-ai-coach/3958fdaf-6357-5283-9722-e914f4fad239/scratchpad/deck/img/network-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" y="3733495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2588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Localhost only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325880" y="37856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127.0.0.1 with Host, Origin and JSON checks against other websites</a:t>
            </a:r>
            <a:endParaRPr lang="en-US" sz="1100" dirty="0"/>
          </a:p>
        </p:txBody>
      </p:sp>
      <p:sp>
        <p:nvSpPr>
          <p:cNvPr id="28" name="sec-5"/>
          <p:cNvSpPr/>
          <p:nvPr/>
        </p:nvSpPr>
        <p:spPr>
          <a:xfrm>
            <a:off x="4663440" y="3374136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4846320" y="36027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/tmp/claude-0/-home-claude-compass-ai-coach/3958fdaf-6357-5283-9722-e914f4fad239/scratchpad/deck/img/key-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7079" y="3733495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Jira read-only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532120" y="37856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pinned https host; the token is never written to disk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Quality, measured and repeatable</a:t>
            </a:r>
            <a:endParaRPr lang="en-US" sz="2800" dirty="0"/>
          </a:p>
        </p:txBody>
      </p:sp>
      <p:sp>
        <p:nvSpPr>
          <p:cNvPr id="3" name="q-0"/>
          <p:cNvSpPr/>
          <p:nvPr/>
        </p:nvSpPr>
        <p:spPr>
          <a:xfrm>
            <a:off x="45720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/ 74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automated tests pass</a:t>
            </a:r>
            <a:endParaRPr lang="en-US" sz="1200" dirty="0"/>
          </a:p>
        </p:txBody>
      </p:sp>
      <p:sp>
        <p:nvSpPr>
          <p:cNvPr id="6" name="q-1"/>
          <p:cNvSpPr/>
          <p:nvPr/>
        </p:nvSpPr>
        <p:spPr>
          <a:xfrm>
            <a:off x="256032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9748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/ 25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seeded scenarios pass (target 80%)</a:t>
            </a:r>
            <a:endParaRPr lang="en-US" sz="1200" dirty="0"/>
          </a:p>
        </p:txBody>
      </p:sp>
      <p:sp>
        <p:nvSpPr>
          <p:cNvPr id="9" name="q-2"/>
          <p:cNvSpPr/>
          <p:nvPr/>
        </p:nvSpPr>
        <p:spPr>
          <a:xfrm>
            <a:off x="466344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0060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16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prompt-routing stories</a:t>
            </a:r>
            <a:endParaRPr lang="en-US" sz="1200" dirty="0"/>
          </a:p>
        </p:txBody>
      </p:sp>
      <p:sp>
        <p:nvSpPr>
          <p:cNvPr id="12" name="q-3"/>
          <p:cNvSpPr/>
          <p:nvPr/>
        </p:nvSpPr>
        <p:spPr>
          <a:xfrm>
            <a:off x="676656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0372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37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personas get complete recommendations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/tmp/claude-0/-home-claude-compass-ai-coach/3958fdaf-6357-5283-9722-e914f4fad239/scratchpad/deck/img/check-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410712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3200400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scenario must be relevant, complete, explainable, actionable and persona-specific to pass.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team wrote the scenarios, so 100% is a regression baseline, not held-out accuracy.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 runs on Windows and Linux with Python 3.9 and 3.12. Reports: reports/eval-report.md, docs/measurements.md.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Compass maps to the scoring guide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5303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we show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Problem fit and innovation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 14 acceptance criteria tested; coaches how AI is used, not how much; three live demos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Business impact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new licenses or infrastructure; drops into any repo; pilot plan with success criteria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Tech excellence and AI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Context budgeter (~3.3% of a whole-repo paste); 25/25 eval; 74 tests; real scanner evidence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Demo and delivery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One-click start; 5-minute demo script; architecture, setup, user guide, security docs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NFRs and governance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Localhost, no shell, pinned tools, k = 5, audit of role, path and status only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4A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pilot, scale, and an independent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ROADMAP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76656" y="1463040"/>
            <a:ext cx="0" cy="2651760"/>
          </a:xfrm>
          <a:prstGeom prst="line">
            <a:avLst/>
          </a:prstGeom>
          <a:noFill/>
          <a:ln w="25400">
            <a:solidFill>
              <a:srgbClr val="2F4A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6276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MVP: private coaching, aggregated insights, workflow coach, agent kit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95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Pilot, 4-6 weeks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791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2-3 volunteer teams, authorized metadata only, SSO, k reviewed (consider 10)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447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Scale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7307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VS Code extension shell, more workflows, central agent-kit repository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HAND-OFF FOR VERIFICATION</a:t>
            </a:r>
            <a:endParaRPr lang="en-US" sz="1100" dirty="0"/>
          </a:p>
        </p:txBody>
      </p:sp>
      <p:sp>
        <p:nvSpPr>
          <p:cNvPr id="15" name="ho-0"/>
          <p:cNvSpPr/>
          <p:nvPr/>
        </p:nvSpPr>
        <p:spPr>
          <a:xfrm>
            <a:off x="4663440" y="132588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15270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Independent Linux run; installs scanners from the approved artifact repository</a:t>
            </a:r>
            <a:endParaRPr lang="en-US" sz="1100" dirty="0"/>
          </a:p>
        </p:txBody>
      </p:sp>
      <p:sp>
        <p:nvSpPr>
          <p:cNvPr id="20" name="ho-1"/>
          <p:cNvSpPr/>
          <p:nvPr/>
        </p:nvSpPr>
        <p:spPr>
          <a:xfrm>
            <a:off x="4663440" y="237744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006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GitHub Copilot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Windows run-through, sample-data mapping, deck and submission text</a:t>
            </a:r>
            <a:endParaRPr lang="en-US" sz="1100" dirty="0"/>
          </a:p>
        </p:txBody>
      </p:sp>
      <p:sp>
        <p:nvSpPr>
          <p:cNvPr id="25" name="ho-2"/>
          <p:cNvSpPr/>
          <p:nvPr/>
        </p:nvSpPr>
        <p:spPr>
          <a:xfrm>
            <a:off x="4663440" y="342900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6301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0060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Code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Code and security review, final pre-submission check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the way. Never points fingers.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Right tool. Sharp prompt. Proven result.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Double-click Start-Coach.bat, or run python -m compass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github.com/Kalyanraja/compass-ai-coach  |  MIT licensed</a:t>
            </a:r>
            <a:endParaRPr lang="en-US" sz="1500" dirty="0"/>
          </a:p>
        </p:txBody>
      </p:sp>
      <p:pic>
        <p:nvPicPr>
          <p:cNvPr id="4" name="Image 0" descr="/tmp/claude-0/-home-claude-compass-ai-coach/3958fdaf-6357-5283-9722-e914f4fad239/scratchpad/deck/img/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20440"/>
            <a:ext cx="4206240" cy="1121664"/>
          </a:xfrm>
          <a:prstGeom prst="rect">
            <a:avLst/>
          </a:prstGeom>
        </p:spPr>
      </p:pic>
      <p:pic>
        <p:nvPicPr>
          <p:cNvPr id="5" name="Image 1" descr="/tmp/claude-0/-home-claude-compass-ai-coach/3958fdaf-6357-5283-9722-e914f4fad239/scratchpad/deck/img/ai-com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6858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mpass">
  <a:themeElements>
    <a:clrScheme name="Compass">
      <a:dk1>
        <a:srgbClr val="F2F5F8"/>
      </a:dk1>
      <a:lt1>
        <a:srgbClr val="0B1B2B"/>
      </a:lt1>
      <a:dk2>
        <a:srgbClr val="7FD8CF"/>
      </a:dk2>
      <a:lt2>
        <a:srgbClr val="13283D"/>
      </a:lt2>
      <a:accent1>
        <a:srgbClr val="2EC4B6"/>
      </a:accent1>
      <a:accent2>
        <a:srgbClr val="F2B544"/>
      </a:accent2>
      <a:accent3>
        <a:srgbClr val="F0715A"/>
      </a:accent3>
      <a:accent4>
        <a:srgbClr val="5DD39E"/>
      </a:accent4>
      <a:accent5>
        <a:srgbClr val="8FA3B3"/>
      </a:accent5>
      <a:accent6>
        <a:srgbClr val="2F4A63"/>
      </a:accent6>
      <a:hlink>
        <a:srgbClr val="2EC4B6"/>
      </a:hlink>
      <a:folHlink>
        <a:srgbClr val="8FA3B3"/>
      </a:folHlink>
    </a:clrScheme>
    <a:fontScheme name="Comp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Compass: Right tool. Sharp prompt. Proven result.</dc:title>
  <dc:subject>PptxGenJS Presentation</dc:subject>
  <dc:creator>Compass team</dc:creator>
  <cp:lastModifiedBy>Compass team</cp:lastModifiedBy>
  <cp:revision>1</cp:revision>
  <dcterms:created xsi:type="dcterms:W3CDTF">2026-10-15T16:57:40Z</dcterms:created>
  <dcterms:modified xsi:type="dcterms:W3CDTF">2026-10-15T16:57:40Z</dcterms:modified>
</cp:coreProperties>
</file>